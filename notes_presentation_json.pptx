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God Answers Prayer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Prayer is a way to communicate with God</a:t>
            </a:r>
          </a:p>
          <a:p>
            <a:pPr lvl="1"/>
            <a:r>
              <a:t>Explore how prayer works and how it can be used to build a relationship with God.</a:t>
            </a:r>
          </a:p>
          <a:p>
            <a:pPr/>
            <a:r>
              <a:t>Different types of prayers, such as intercessory, thanksgiving, and confession</a:t>
            </a:r>
          </a:p>
          <a:p>
            <a:pPr lvl="1"/>
            <a:r>
              <a:t>Discuss the different types of prayers and their purposes.</a:t>
            </a:r>
          </a:p>
          <a:p>
            <a:pPr/>
            <a:r>
              <a:t>Biblical references to prayer, such as the Lord's Prayer and the Psalms</a:t>
            </a:r>
          </a:p>
          <a:p>
            <a:pPr lvl="1"/>
            <a:r>
              <a:t>Examine how prayer is depicted in the Bible and what it can teach us about God's character and actions.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Faith is Necessary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Define faith and its importance</a:t>
            </a:r>
          </a:p>
          <a:p>
            <a:pPr lvl="1"/>
            <a:r>
              <a:t>Explain the definition of faith and why it is necessary for a relationship with God.</a:t>
            </a:r>
          </a:p>
          <a:p>
            <a:pPr/>
            <a:r>
              <a:t>How to develop faith, such as through reading the Bible and praying</a:t>
            </a:r>
          </a:p>
          <a:p>
            <a:pPr lvl="1"/>
            <a:r>
              <a:t>Discuss ways to cultivate and grow in faith.</a:t>
            </a:r>
          </a:p>
          <a:p>
            <a:pPr/>
            <a:r>
              <a:t>Biblical examples of faith, such as Abraham and Moses</a:t>
            </a:r>
          </a:p>
          <a:p>
            <a:pPr lvl="1"/>
            <a:r>
              <a:t>Explore how biblical figures demonstrate faith and what we can learn from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Patience Brings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Benefits of patience, such as peace and joy</a:t>
            </a:r>
          </a:p>
          <a:p>
            <a:pPr lvl="1"/>
            <a:r>
              <a:t>Explain the positive outcomes of practicing patience.</a:t>
            </a:r>
          </a:p>
          <a:p>
            <a:pPr/>
            <a:r>
              <a:t>How patience leads to results, such as solving problems and achieving goals</a:t>
            </a:r>
          </a:p>
          <a:p>
            <a:pPr lvl="1"/>
            <a:r>
              <a:t>Discuss how patience can help individuals overcome obstacles and achieve their objectives.</a:t>
            </a:r>
          </a:p>
          <a:p>
            <a:pPr/>
            <a:r>
              <a:t>Biblical stories about patience, such as Joseph and the prodigal son</a:t>
            </a:r>
          </a:p>
          <a:p>
            <a:pPr lvl="1"/>
            <a:r>
              <a:t>Examine how biblical figures demonstrate patience and what we can learn from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